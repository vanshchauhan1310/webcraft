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Outfit"/>
      <p:regular r:id="rId17"/>
    </p:embeddedFont>
    <p:embeddedFont>
      <p:font typeface="Outfit"/>
      <p:regular r:id="rId18"/>
    </p:embeddedFont>
    <p:embeddedFont>
      <p:font typeface="Bitter"/>
      <p:regular r:id="rId19"/>
    </p:embeddedFont>
    <p:embeddedFont>
      <p:font typeface="Bitter"/>
      <p:regular r:id="rId20"/>
    </p:embeddedFont>
    <p:embeddedFont>
      <p:font typeface="Bitter"/>
      <p:regular r:id="rId21"/>
    </p:embeddedFont>
    <p:embeddedFont>
      <p:font typeface="Bitter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94290"/>
            <a:ext cx="543127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Introduction to React JS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3812024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Welcome to Day 1 of understanding the basics of React JS! This presentation will guide you through the fundamental concepts of this powerful JavaScript library, making complex ideas easy to grasp for everyone.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280190" y="5002768"/>
            <a:ext cx="317540" cy="317540"/>
          </a:xfrm>
          <a:prstGeom prst="roundRect">
            <a:avLst>
              <a:gd name="adj" fmla="val 28793492"/>
            </a:avLst>
          </a:prstGeom>
          <a:solidFill>
            <a:srgbClr val="0493D0"/>
          </a:solidFill>
          <a:ln w="7620">
            <a:solidFill>
              <a:srgbClr val="3838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75678" y="5112782"/>
            <a:ext cx="126563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Vc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696908" y="4987885"/>
            <a:ext cx="2141339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by Vansh  chauhan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40318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What is React JS?</a:t>
            </a:r>
            <a:endParaRPr lang="en-US" sz="3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1374577"/>
            <a:ext cx="396835" cy="3968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196977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JavaScript Library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6280190" y="2313027"/>
            <a:ext cx="75564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React JS is a JavaScript library specifically designed for building user interfaces (UIs).</a:t>
            </a:r>
            <a:endParaRPr lang="en-US" sz="12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2963942"/>
            <a:ext cx="396835" cy="39683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80190" y="3559135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Created by Meta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6280190" y="3902393"/>
            <a:ext cx="75564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It was developed by Facebook (now Meta) in 2013 to address their UI development needs.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4553307"/>
            <a:ext cx="396835" cy="3968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80190" y="5148501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Single-Page Apps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6280190" y="5491758"/>
            <a:ext cx="75564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React is primarily used for creating single-page applications (SPAs), offering a fluid user experience.</a:t>
            </a:r>
            <a:endParaRPr lang="en-US" sz="12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6142673"/>
            <a:ext cx="396835" cy="39683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80190" y="673786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Component-Focused</a:t>
            </a:r>
            <a:endParaRPr lang="en-US" sz="1550" dirty="0"/>
          </a:p>
        </p:txBody>
      </p:sp>
      <p:sp>
        <p:nvSpPr>
          <p:cNvPr id="15" name="Text 8"/>
          <p:cNvSpPr/>
          <p:nvPr/>
        </p:nvSpPr>
        <p:spPr>
          <a:xfrm>
            <a:off x="6280190" y="7081123"/>
            <a:ext cx="7556421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Its core strength lies in components, which are reusable UI pieces, much like LEGO blocks for building websites.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99034"/>
            <a:ext cx="512564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Why Choose React JS?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815947"/>
            <a:ext cx="446484" cy="446484"/>
          </a:xfrm>
          <a:prstGeom prst="roundRect">
            <a:avLst>
              <a:gd name="adj" fmla="val 6668"/>
            </a:avLst>
          </a:prstGeom>
          <a:solidFill>
            <a:srgbClr val="3B3C3E"/>
          </a:solidFill>
          <a:ln/>
        </p:spPr>
      </p:sp>
      <p:sp>
        <p:nvSpPr>
          <p:cNvPr id="4" name="Text 2"/>
          <p:cNvSpPr/>
          <p:nvPr/>
        </p:nvSpPr>
        <p:spPr>
          <a:xfrm>
            <a:off x="868204" y="2853154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438632" y="2884170"/>
            <a:ext cx="252745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Reusable Components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38632" y="3313390"/>
            <a:ext cx="575250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React's components save significant time and effort. Imagine a "Like Button" that can be used across an entire social media platform without rewriting code.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39144" y="2815947"/>
            <a:ext cx="446484" cy="446484"/>
          </a:xfrm>
          <a:prstGeom prst="roundRect">
            <a:avLst>
              <a:gd name="adj" fmla="val 6668"/>
            </a:avLst>
          </a:prstGeom>
          <a:solidFill>
            <a:srgbClr val="3B3C3E"/>
          </a:solidFill>
          <a:ln/>
        </p:spPr>
      </p:sp>
      <p:sp>
        <p:nvSpPr>
          <p:cNvPr id="8" name="Text 6"/>
          <p:cNvSpPr/>
          <p:nvPr/>
        </p:nvSpPr>
        <p:spPr>
          <a:xfrm>
            <a:off x="7513558" y="2853154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2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083987" y="2884170"/>
            <a:ext cx="36976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Fast Performance (Virtual DOM)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083987" y="3313390"/>
            <a:ext cx="5752624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React uses a Virtual DOM, which updates only the changed parts of your UI, leading to incredibly fast performance. For instance, a like counter updates instantly without reloading the entire page.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3790" y="4980384"/>
            <a:ext cx="446484" cy="446484"/>
          </a:xfrm>
          <a:prstGeom prst="roundRect">
            <a:avLst>
              <a:gd name="adj" fmla="val 6668"/>
            </a:avLst>
          </a:prstGeom>
          <a:solidFill>
            <a:srgbClr val="3B3C3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204" y="5017591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438632" y="5048607"/>
            <a:ext cx="372582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Large Community &amp; Job Demand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438632" y="5477828"/>
            <a:ext cx="575250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React boasts a massive global community, providing extensive support and resources. Its widespread adoption by many companies also ensures high job demand for React developers.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39144" y="4980384"/>
            <a:ext cx="446484" cy="446484"/>
          </a:xfrm>
          <a:prstGeom prst="roundRect">
            <a:avLst>
              <a:gd name="adj" fmla="val 6668"/>
            </a:avLst>
          </a:prstGeom>
          <a:solidFill>
            <a:srgbClr val="3B3C3E"/>
          </a:solidFill>
          <a:ln/>
        </p:spPr>
      </p:sp>
      <p:sp>
        <p:nvSpPr>
          <p:cNvPr id="16" name="Text 14"/>
          <p:cNvSpPr/>
          <p:nvPr/>
        </p:nvSpPr>
        <p:spPr>
          <a:xfrm>
            <a:off x="7513558" y="5017591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4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083987" y="5048607"/>
            <a:ext cx="404205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Mobile Compatibility (React Native)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8083987" y="5477828"/>
            <a:ext cx="575262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With React Native, you can apply your React skills to build native mobile applications for iOS and Android, leveraging the same codebase for both web and mobile.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1224"/>
            <a:ext cx="514945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Library vs. Framework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28731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Library (React)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795832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 library is a collection of pre-written code that you call and use when needed. It offers more flexibility, allowing you to control the flow of your application, much like ordering food à la carte from a menu.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5244584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Think of React as a toolbox; you pick and choose the tools you need for your specific task.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564874" y="328731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Framework (Angular)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564874" y="3795832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 framework, on the other hand, provides a structured environment where the framework itself calls your code. It imposes stricter rules, guiding your development process like a ready-made house where you fill in the rooms.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64874" y="5244584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With a framework, the restaurant decides the course, offering a fixed menu you follow.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3548"/>
            <a:ext cx="854547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How Does React Work? (Virtual DOM)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78046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traditional method of updating the Real DOM (the actual HTML structure of a webpage) can be slow and inefficient. React solves this problem by introducing the Virtual DOM.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638782"/>
            <a:ext cx="6521410" cy="7937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92148" y="363093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Changes Occur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92148" y="4060150"/>
            <a:ext cx="612469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When something changes in your application, like clicking a "Like" button, React detects this change.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638782"/>
            <a:ext cx="6521410" cy="7937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13558" y="363093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Virtual DOM Update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7513558" y="4060150"/>
            <a:ext cx="612469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React first updates its lightweight copy, the Virtual DOM, which is much faster to manipulate.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893588"/>
            <a:ext cx="6521410" cy="79379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92148" y="588573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Diffing Process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992148" y="6314956"/>
            <a:ext cx="612469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React then compares the updated Virtual DOM with the previous version of the Virtual DOM to identify exactly what has changed (this is called "diffing").</a:t>
            </a:r>
            <a:endParaRPr lang="en-US" sz="1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893588"/>
            <a:ext cx="6521410" cy="79379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13558" y="588573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Real DOM Update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7513558" y="6314956"/>
            <a:ext cx="612469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Finally, React efficiently updates only the necessary parts of the Real DOM, ensuring a smooth and instant user experience, just like a "Like" button updating instantly on Facebook.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73568"/>
            <a:ext cx="912292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React Components: Building Blocks of UI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989659"/>
            <a:ext cx="256293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What is a Component?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498175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 React, a component is a self-contained, reusable piece of user interface (UI). Think of it as a modular unit that encapsulates its own logic and appearance. Examples include buttons, headers, navigation bars, or entire cards.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946928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Components allow developers to break down complex UIs into smaller, manageable, and independent parts, making development more organised and efficient.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564874" y="298965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Types of Components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564874" y="349817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React primarily uses two types of components: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64874" y="3994309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Functional Components: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These are simpler, modern, and preferred for their conciseness and ease of use. They are essentially JavaScript functions that return JSX.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5016341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Class Components: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These are older and more complex, based on ES6 classes. While still supported, functional components with Hooks are now the recommended approach for new development.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1146"/>
            <a:ext cx="636246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JSX: JavaScript + HTML Mix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568059"/>
            <a:ext cx="6422231" cy="2413635"/>
          </a:xfrm>
          <a:prstGeom prst="roundRect">
            <a:avLst>
              <a:gd name="adj" fmla="val 1233"/>
            </a:avLst>
          </a:prstGeom>
          <a:solidFill>
            <a:srgbClr val="3B3C3E"/>
          </a:solidFill>
          <a:ln/>
        </p:spPr>
      </p:sp>
      <p:sp>
        <p:nvSpPr>
          <p:cNvPr id="4" name="Text 2"/>
          <p:cNvSpPr/>
          <p:nvPr/>
        </p:nvSpPr>
        <p:spPr>
          <a:xfrm>
            <a:off x="992148" y="276641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What is JSX?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92148" y="3195638"/>
            <a:ext cx="602551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JSX stands for JavaScript XML. It's a syntax extension for JavaScript that allows you to write HTML-like code directly within your JavaScript files. This might seem unusual at first, but it's a core part of React development.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414379" y="2568059"/>
            <a:ext cx="6422231" cy="2413635"/>
          </a:xfrm>
          <a:prstGeom prst="roundRect">
            <a:avLst>
              <a:gd name="adj" fmla="val 1233"/>
            </a:avLst>
          </a:prstGeom>
          <a:solidFill>
            <a:srgbClr val="3B3C3E"/>
          </a:solidFill>
          <a:ln/>
        </p:spPr>
      </p:sp>
      <p:sp>
        <p:nvSpPr>
          <p:cNvPr id="7" name="Text 5"/>
          <p:cNvSpPr/>
          <p:nvPr/>
        </p:nvSpPr>
        <p:spPr>
          <a:xfrm>
            <a:off x="7612737" y="276641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Why Use JSX?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612737" y="3195638"/>
            <a:ext cx="6025515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JSX makes your React code much easier to read and write. It provides a more intuitive way to describe the UI structure, as it closely resembles the HTML you're already familiar with. This blend of JavaScript and HTML simplifies the development process.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93790" y="5204936"/>
            <a:ext cx="13042821" cy="615196"/>
          </a:xfrm>
          <a:prstGeom prst="roundRect">
            <a:avLst>
              <a:gd name="adj" fmla="val 4839"/>
            </a:avLst>
          </a:prstGeom>
          <a:solidFill>
            <a:srgbClr val="2A2C20"/>
          </a:solidFill>
          <a:ln/>
        </p:spPr>
      </p:sp>
      <p:sp>
        <p:nvSpPr>
          <p:cNvPr id="10" name="Shape 8"/>
          <p:cNvSpPr/>
          <p:nvPr/>
        </p:nvSpPr>
        <p:spPr>
          <a:xfrm>
            <a:off x="783908" y="5204936"/>
            <a:ext cx="13062585" cy="615196"/>
          </a:xfrm>
          <a:prstGeom prst="roundRect">
            <a:avLst>
              <a:gd name="adj" fmla="val 4839"/>
            </a:avLst>
          </a:prstGeom>
          <a:solidFill>
            <a:srgbClr val="2A2C20"/>
          </a:solidFill>
          <a:ln/>
        </p:spPr>
      </p:sp>
      <p:sp>
        <p:nvSpPr>
          <p:cNvPr id="11" name="Text 9"/>
          <p:cNvSpPr/>
          <p:nvPr/>
        </p:nvSpPr>
        <p:spPr>
          <a:xfrm>
            <a:off x="982266" y="5353764"/>
            <a:ext cx="1266586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highlight>
                  <a:srgbClr val="2A2C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 heading = &lt;h1&gt;Hello, React!&lt;/h1&gt;;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3790" y="604337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As you can see in the example above, the code looks like standard HTML, but it's actually JavaScript. React then processes this JSX to efficiently render your UI.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88450"/>
            <a:ext cx="521934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Setting Up a React App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00454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 Ways to Set Up: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513058"/>
            <a:ext cx="627935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Create React App (Recommended):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This is the official and most recommended way to set up a new React project. It provides a complete development environment with all the necessary tools and configurations pre-set, allowing you to focus directly on coding your application.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564874" y="3004542"/>
            <a:ext cx="281249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Demo: Create React App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564874" y="3513058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To start a new React project using Create React App, you simply open your terminal or command prompt and run the following command: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564874" y="4371380"/>
            <a:ext cx="6279356" cy="615196"/>
          </a:xfrm>
          <a:prstGeom prst="roundRect">
            <a:avLst>
              <a:gd name="adj" fmla="val 4839"/>
            </a:avLst>
          </a:prstGeom>
          <a:solidFill>
            <a:srgbClr val="2A2C20"/>
          </a:solidFill>
          <a:ln/>
        </p:spPr>
      </p:sp>
      <p:sp>
        <p:nvSpPr>
          <p:cNvPr id="8" name="Shape 6"/>
          <p:cNvSpPr/>
          <p:nvPr/>
        </p:nvSpPr>
        <p:spPr>
          <a:xfrm>
            <a:off x="7554992" y="4371380"/>
            <a:ext cx="6299121" cy="615196"/>
          </a:xfrm>
          <a:prstGeom prst="roundRect">
            <a:avLst>
              <a:gd name="adj" fmla="val 4839"/>
            </a:avLst>
          </a:prstGeom>
          <a:solidFill>
            <a:srgbClr val="2A2C20"/>
          </a:solidFill>
          <a:ln/>
        </p:spPr>
      </p:sp>
      <p:sp>
        <p:nvSpPr>
          <p:cNvPr id="9" name="Text 7"/>
          <p:cNvSpPr/>
          <p:nvPr/>
        </p:nvSpPr>
        <p:spPr>
          <a:xfrm>
            <a:off x="7753350" y="4520208"/>
            <a:ext cx="590240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highlight>
                  <a:srgbClr val="2A2C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npx create-react-app my-app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64874" y="5209818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This command will create a new folder named 'my-app' with a pre-configured React project structure, including essential files and folders like 'src' for your source code and 'public' for static assets.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8879"/>
            <a:ext cx="636889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Your First React Component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525792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Let's create a simple functional component and render it to the screen. This demonstrates how React takes your component code and displays it in the web browser.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582472"/>
            <a:ext cx="347888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Simple Functional Component: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93790" y="4115872"/>
            <a:ext cx="6279356" cy="1250275"/>
          </a:xfrm>
          <a:prstGeom prst="roundRect">
            <a:avLst>
              <a:gd name="adj" fmla="val 2381"/>
            </a:avLst>
          </a:prstGeom>
          <a:solidFill>
            <a:srgbClr val="2A2C20"/>
          </a:solidFill>
          <a:ln/>
        </p:spPr>
      </p:sp>
      <p:sp>
        <p:nvSpPr>
          <p:cNvPr id="6" name="Shape 4"/>
          <p:cNvSpPr/>
          <p:nvPr/>
        </p:nvSpPr>
        <p:spPr>
          <a:xfrm>
            <a:off x="783908" y="4115872"/>
            <a:ext cx="6299121" cy="1250275"/>
          </a:xfrm>
          <a:prstGeom prst="roundRect">
            <a:avLst>
              <a:gd name="adj" fmla="val 2381"/>
            </a:avLst>
          </a:prstGeom>
          <a:solidFill>
            <a:srgbClr val="2A2C20"/>
          </a:solidFill>
          <a:ln/>
        </p:spPr>
      </p:sp>
      <p:sp>
        <p:nvSpPr>
          <p:cNvPr id="7" name="Text 5"/>
          <p:cNvSpPr/>
          <p:nvPr/>
        </p:nvSpPr>
        <p:spPr>
          <a:xfrm>
            <a:off x="982266" y="4264700"/>
            <a:ext cx="590240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highlight>
                  <a:srgbClr val="2A2C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Greeting() {  return &lt;h1&gt;Welcome to React!&lt;/h1&gt;;}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5589389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This code defines a functional component named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Greeting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 It's a simple JavaScript function that returns a piece of JSX, which in this case is an H1 heading containing the text "Welcome to React!".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3582472"/>
            <a:ext cx="305157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Rendering the Component: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7564874" y="4115872"/>
            <a:ext cx="6279356" cy="932736"/>
          </a:xfrm>
          <a:prstGeom prst="roundRect">
            <a:avLst>
              <a:gd name="adj" fmla="val 3192"/>
            </a:avLst>
          </a:prstGeom>
          <a:solidFill>
            <a:srgbClr val="2A2C20"/>
          </a:solidFill>
          <a:ln/>
        </p:spPr>
      </p:sp>
      <p:sp>
        <p:nvSpPr>
          <p:cNvPr id="11" name="Shape 9"/>
          <p:cNvSpPr/>
          <p:nvPr/>
        </p:nvSpPr>
        <p:spPr>
          <a:xfrm>
            <a:off x="7554992" y="4115872"/>
            <a:ext cx="6299121" cy="932736"/>
          </a:xfrm>
          <a:prstGeom prst="roundRect">
            <a:avLst>
              <a:gd name="adj" fmla="val 3192"/>
            </a:avLst>
          </a:prstGeom>
          <a:solidFill>
            <a:srgbClr val="2A2C20"/>
          </a:solidFill>
          <a:ln/>
        </p:spPr>
      </p:sp>
      <p:sp>
        <p:nvSpPr>
          <p:cNvPr id="12" name="Text 10"/>
          <p:cNvSpPr/>
          <p:nvPr/>
        </p:nvSpPr>
        <p:spPr>
          <a:xfrm>
            <a:off x="7753350" y="4264700"/>
            <a:ext cx="590240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highlight>
                  <a:srgbClr val="2A2C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ReactDOM.render(&lt;Greeting /&gt;, document.getElementById('root'));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564874" y="5271849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This line of code takes our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Greeting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component and tells React to render it inside the HTML element with the ID 'root' in your webpage. The output will be "Welcome to React!" displayed on your screen.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04374"/>
            <a:ext cx="4713684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Recap &amp; Q&amp;A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793790" y="1576268"/>
            <a:ext cx="424220" cy="424220"/>
          </a:xfrm>
          <a:prstGeom prst="roundRect">
            <a:avLst>
              <a:gd name="adj" fmla="val 6667"/>
            </a:avLst>
          </a:prstGeom>
          <a:solidFill>
            <a:srgbClr val="3B3C3E"/>
          </a:solidFill>
          <a:ln/>
        </p:spPr>
      </p:sp>
      <p:sp>
        <p:nvSpPr>
          <p:cNvPr id="5" name="Text 2"/>
          <p:cNvSpPr/>
          <p:nvPr/>
        </p:nvSpPr>
        <p:spPr>
          <a:xfrm>
            <a:off x="1406485" y="1641038"/>
            <a:ext cx="308133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React is a JavaScript Library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406485" y="2048827"/>
            <a:ext cx="6943725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It's specifically designed for building dynamic and interactive user interfaces.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93790" y="2727603"/>
            <a:ext cx="424220" cy="424220"/>
          </a:xfrm>
          <a:prstGeom prst="roundRect">
            <a:avLst>
              <a:gd name="adj" fmla="val 6667"/>
            </a:avLst>
          </a:prstGeom>
          <a:solidFill>
            <a:srgbClr val="3B3C3E"/>
          </a:solidFill>
          <a:ln/>
        </p:spPr>
      </p:sp>
      <p:sp>
        <p:nvSpPr>
          <p:cNvPr id="8" name="Text 5"/>
          <p:cNvSpPr/>
          <p:nvPr/>
        </p:nvSpPr>
        <p:spPr>
          <a:xfrm>
            <a:off x="1406485" y="2792373"/>
            <a:ext cx="354711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Components are Reusable Pieces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406485" y="3200162"/>
            <a:ext cx="6943725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React's core strength lies in its modular, reusable UI components, simplifying development.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93790" y="4180642"/>
            <a:ext cx="424220" cy="424220"/>
          </a:xfrm>
          <a:prstGeom prst="roundRect">
            <a:avLst>
              <a:gd name="adj" fmla="val 6667"/>
            </a:avLst>
          </a:prstGeom>
          <a:solidFill>
            <a:srgbClr val="3B3C3E"/>
          </a:solidFill>
          <a:ln/>
        </p:spPr>
      </p:sp>
      <p:sp>
        <p:nvSpPr>
          <p:cNvPr id="11" name="Text 8"/>
          <p:cNvSpPr/>
          <p:nvPr/>
        </p:nvSpPr>
        <p:spPr>
          <a:xfrm>
            <a:off x="1406485" y="4245412"/>
            <a:ext cx="2983111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Virtual DOM Ensures Speed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1406485" y="4653201"/>
            <a:ext cx="6943725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Virtual DOM makes React applications fast and efficient by updating only necessary parts of the UI.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793790" y="5633680"/>
            <a:ext cx="424220" cy="424220"/>
          </a:xfrm>
          <a:prstGeom prst="roundRect">
            <a:avLst>
              <a:gd name="adj" fmla="val 6667"/>
            </a:avLst>
          </a:prstGeom>
          <a:solidFill>
            <a:srgbClr val="3B3C3E"/>
          </a:solidFill>
          <a:ln/>
        </p:spPr>
      </p:sp>
      <p:sp>
        <p:nvSpPr>
          <p:cNvPr id="14" name="Text 11"/>
          <p:cNvSpPr/>
          <p:nvPr/>
        </p:nvSpPr>
        <p:spPr>
          <a:xfrm>
            <a:off x="1406485" y="5698450"/>
            <a:ext cx="3570446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JSX Blends HTML and JavaScript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1406485" y="6106239"/>
            <a:ext cx="6943725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JSX is a syntax extension that allows you to write HTML-like code directly within your JavaScript.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93790" y="6921698"/>
            <a:ext cx="7556421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Thank you for joining this introduction to React JS. We hope this session has clarified the fundamental concepts. Now, let's open the floor for any questions you may have.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2025-06-22T14:27:08Z</dcterms:created>
  <dcterms:modified xsi:type="dcterms:W3CDTF">2025-06-22T14:27:08Z</dcterms:modified>
</cp:coreProperties>
</file>